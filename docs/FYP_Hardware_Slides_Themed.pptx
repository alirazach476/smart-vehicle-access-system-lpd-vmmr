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28600"/>
            <a:ext cx="11430000" cy="868680"/>
          </a:xfrm>
          <a:prstGeom prst="rect">
            <a:avLst/>
          </a:prstGeom>
          <a:solidFill>
            <a:srgbClr val="16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Hardware Architecture — Edge Device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0E0EF"/>
                </a:solidFill>
                <a:latin typeface="Calibri"/>
              </a:rPr>
              <a:t>Orange Pi 5 Pro + USB camera + supporting peripherals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DA0B5"/>
                </a:solidFill>
                <a:latin typeface="Calibri"/>
              </a:rPr>
              <a:t>1 /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71600"/>
            <a:ext cx="11430000" cy="434340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4475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B4D8"/>
                </a:solidFill>
                <a:latin typeface="Calibri"/>
              </a:rPr>
              <a:t>HARDWARE COMPONENTS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783080"/>
          <a:ext cx="1115568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7434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2A4A6B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Orange Pi 5 Pro (16 GB)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Runs Python, OpenCV, PyTorch, all 3 AI models locally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USB camera (1080p)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Captures vehicle and license plate at the gate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5V 5A USB-C power supply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Required under full AI load — weak PSU causes shutdown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HDMI monitor + keyboard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Setup, testing, and live preview on Pi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Wi-Fi (onboard)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Network connectivity for edge device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LED / GPIO (optional)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Physical gate open/close indicator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Windows laptop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Record media; transfer files to Pi via SCP or USB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5897880"/>
            <a:ext cx="11430000" cy="594360"/>
          </a:xfrm>
          <a:prstGeom prst="roundRect">
            <a:avLst/>
          </a:prstGeom>
          <a:solidFill>
            <a:srgbClr val="1C30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9618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0E0EF"/>
                </a:solidFill>
                <a:latin typeface="Calibri"/>
              </a:rPr>
              <a:t>Design choice: All AI inference runs on Orange Pi (edge AI) — processing stays on device, not in cloud.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28600"/>
            <a:ext cx="11430000" cy="868680"/>
          </a:xfrm>
          <a:prstGeom prst="rect">
            <a:avLst/>
          </a:prstGeom>
          <a:solidFill>
            <a:srgbClr val="16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Hardware Connections &amp; Camera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0E0EF"/>
                </a:solidFill>
                <a:latin typeface="Calibri"/>
              </a:rPr>
              <a:t>Wiring, setup steps, and preprocessing 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DA0B5"/>
                </a:solidFill>
                <a:latin typeface="Calibri"/>
              </a:rPr>
              <a:t>2 /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71600"/>
            <a:ext cx="5486400" cy="219456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4475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5212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B4D8"/>
                </a:solidFill>
                <a:latin typeface="Calibri"/>
              </a:rPr>
              <a:t>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5212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Live demo: USB camera → Orange Pi USB port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Record first: camera → laptop → copy to Pi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90E0EF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Layout: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Camera → Orange Pi → HDMI → Monitor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Pi ← 5V 5A PSU | GPIO → LED (optional)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5669280" cy="219456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44752"/>
            <a:ext cx="10972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81328"/>
            <a:ext cx="5394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855F7"/>
                </a:solidFill>
                <a:latin typeface="Calibri"/>
              </a:rPr>
              <a:t>FIRST-TIME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783080"/>
            <a:ext cx="5394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1. Copy orange_pi_deploy/ to Pi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2. bash setup_orangepi.sh (15–30 min)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3. python download_models.py (~207 MB)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4. python test_models.py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5. Enable NTP for correct timestamps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49039"/>
            <a:ext cx="11430000" cy="192024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22191"/>
            <a:ext cx="10972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58767"/>
            <a:ext cx="11155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CC71"/>
                </a:solidFill>
                <a:latin typeface="Calibri"/>
              </a:rPr>
              <a:t>PREPROCESSING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Use --preprocess none for clear daylight (no filter runs).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Use --preprocess auto to detect weather → runs matching filter automatically.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Force a branch: --preprocess fog (defog) | rain (derain) | night (enhance).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97880"/>
            <a:ext cx="11430000" cy="594360"/>
          </a:xfrm>
          <a:prstGeom prst="roundRect">
            <a:avLst/>
          </a:prstGeom>
          <a:solidFill>
            <a:srgbClr val="1C30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618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0E0EF"/>
                </a:solidFill>
                <a:latin typeface="Calibri"/>
              </a:rPr>
              <a:t>Clear photo → none run | Foggy → defog run | Rainy → derain run | Night → night enhance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28600"/>
            <a:ext cx="11430000" cy="868680"/>
          </a:xfrm>
          <a:prstGeom prst="rect">
            <a:avLst/>
          </a:prstGeom>
          <a:solidFill>
            <a:srgbClr val="16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Edge AI Processing on Orange 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0E0EF"/>
                </a:solidFill>
                <a:latin typeface="Calibri"/>
              </a:rPr>
              <a:t>Three models + weather-aware preprocessing before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DA0B5"/>
                </a:solidFill>
                <a:latin typeface="Calibri"/>
              </a:rPr>
              <a:t>3 /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71600"/>
            <a:ext cx="3657600" cy="214884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4475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B4D8"/>
                </a:solidFill>
                <a:latin typeface="Calibri"/>
              </a:rPr>
              <a:t>AI MODELS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1783080"/>
          <a:ext cx="3474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>
                    <a:solidFill>
                      <a:srgbClr val="2A4A6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YOLOv8n Plate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Find plate box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YOLOv8n OCR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Read ABC-1234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EfficientNet-B4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245 vehicle classes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160520" y="1371600"/>
            <a:ext cx="3931920" cy="214884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44752"/>
            <a:ext cx="10972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481328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855F7"/>
                </a:solidFill>
                <a:latin typeface="Calibri"/>
              </a:rPr>
              <a:t>PREPROCESS MODES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251960" y="1783080"/>
          <a:ext cx="374903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20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Filter</a:t>
                      </a:r>
                    </a:p>
                  </a:txBody>
                  <a:tcPr>
                    <a:solidFill>
                      <a:srgbClr val="2A4A6B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Clear — no filter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auto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Detect → apply match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fog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Defog (DCP)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rain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Derain (median)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night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CLAHE + gamma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229600" y="1371600"/>
            <a:ext cx="3566160" cy="214884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1444752"/>
            <a:ext cx="10972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481328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CC71"/>
                </a:solidFill>
                <a:latin typeface="Calibri"/>
              </a:rPr>
              <a:t>PI CPU TIMING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321040" y="1783080"/>
          <a:ext cx="33832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2A4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Plate detect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80–200 ms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Char OCR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30–100 ms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VMMR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200–800 ms</a:t>
                      </a:r>
                    </a:p>
                  </a:txBody>
                  <a:tcPr>
                    <a:solidFill>
                      <a:srgbClr val="1C30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CF1"/>
                          </a:solidFill>
                          <a:latin typeface="Calibri"/>
                        </a:rPr>
                        <a:t>700–1000 ms</a:t>
                      </a:r>
                    </a:p>
                  </a:txBody>
                  <a:tcPr>
                    <a:solidFill>
                      <a:srgbClr val="162536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65760" y="3703320"/>
            <a:ext cx="11430000" cy="196596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7764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13048"/>
            <a:ext cx="11155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B4D8"/>
                </a:solidFill>
                <a:latin typeface="Calibri"/>
              </a:rPr>
              <a:t>PIPELINE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11064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Load image → weather preprocess → vehicle classify → plate detect → character OCR → annotated output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Key scripts: pipeline.py | preprocessing.py | run_webcam.py | run_images.py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897880"/>
            <a:ext cx="11430000" cy="594360"/>
          </a:xfrm>
          <a:prstGeom prst="roundRect">
            <a:avLst/>
          </a:prstGeom>
          <a:solidFill>
            <a:srgbClr val="1C30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9618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0E0EF"/>
                </a:solidFill>
                <a:latin typeface="Calibri"/>
              </a:rPr>
              <a:t>Weather branch runs BEFORE the 3 AI models — same weights used after enhancement.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28600"/>
            <a:ext cx="11430000" cy="868680"/>
          </a:xfrm>
          <a:prstGeom prst="rect">
            <a:avLst/>
          </a:prstGeom>
          <a:solidFill>
            <a:srgbClr val="16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Hardware Demo, Limits &amp; Troubleshooting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0E0EF"/>
                </a:solidFill>
                <a:latin typeface="Calibri"/>
              </a:rPr>
              <a:t>Local Pi commands and operational constraints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DA0B5"/>
                </a:solidFill>
                <a:latin typeface="Calibri"/>
              </a:rPr>
              <a:t>4 /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71600"/>
            <a:ext cx="5577840" cy="274320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4475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B4D8"/>
                </a:solidFill>
                <a:latin typeface="Calibri"/>
              </a:rPr>
              <a:t>LOCAL DEMO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5303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E8ECF1"/>
                </a:solidFill>
                <a:latin typeface="Calibri"/>
              </a:rPr>
              <a:t>cd ~/orange_pi_deploy &amp;&amp; source venv/bin/activate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8ECF1"/>
                </a:solidFill>
                <a:latin typeface="Calibri"/>
              </a:rPr>
              <a:t>python run_webcam.py --camera 0 --preprocess none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8ECF1"/>
                </a:solidFill>
                <a:latin typeface="Calibri"/>
              </a:rPr>
              <a:t>python run_webcam.py --camera 0 --preprocess auto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8ECF1"/>
                </a:solidFill>
                <a:latin typeface="Calibri"/>
              </a:rPr>
              <a:t>python run_images.py recordings/fog/ --preprocess fog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8ECF1"/>
                </a:solidFill>
                <a:latin typeface="Calibri"/>
              </a:rPr>
              <a:t>python run_images.py recordings/rain/ --preprocess rain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E8ECF1"/>
                </a:solidFill>
                <a:latin typeface="Calibri"/>
              </a:rPr>
              <a:t>python run_images.py recordings/night/ --preprocess night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5669280" cy="274320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44752"/>
            <a:ext cx="10972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81328"/>
            <a:ext cx="5394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855F7"/>
                </a:solidFill>
                <a:latin typeface="Calibri"/>
              </a:rPr>
              <a:t>LIMITS &amp; 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783080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~1 image/sec on CPU (not 30 FPS)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AI works fully offline on Pi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Weak PSU → shutdown — use 5V 5A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False Fog on clear → --preprocess none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Camera error → try --camera 1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Wrong time → enable NTP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8ECF1"/>
                </a:solidFill>
                <a:latin typeface="Calibri"/>
              </a:rPr>
              <a:t>Future: GPIO relay for gate motor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297680"/>
            <a:ext cx="11430000" cy="1325880"/>
          </a:xfrm>
          <a:prstGeom prst="roundRect">
            <a:avLst/>
          </a:prstGeom>
          <a:solidFill>
            <a:srgbClr val="162536"/>
          </a:solidFill>
          <a:ln w="1587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370832"/>
            <a:ext cx="10972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11155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CC71"/>
                </a:solidFill>
                <a:latin typeface="Calibri"/>
              </a:rPr>
              <a:t>PREPROCESS QUICK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Daylight / clear dataset → --preprocess none  |  Unknown weather → --preprocess auto  |  Known fog/rain/night → force matching flag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97880"/>
            <a:ext cx="11430000" cy="594360"/>
          </a:xfrm>
          <a:prstGeom prst="roundRect">
            <a:avLst/>
          </a:prstGeom>
          <a:solidFill>
            <a:srgbClr val="1C30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618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0E0EF"/>
                </a:solidFill>
                <a:latin typeface="Calibri"/>
              </a:rPr>
              <a:t>Presentation demo: plug camera into Pi → run_webcam.py on HDMI → show ~700–1000 ms inference per frame.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