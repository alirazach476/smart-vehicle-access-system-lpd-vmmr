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Hardware Architecture — Edge Device Setup</a:t>
            </a:r>
          </a:p>
          <a:p>
            <a:r>
              <a:rPr sz="1400" b="0">
                <a:solidFill>
                  <a:srgbClr val="4A5568"/>
                </a:solidFill>
                <a:latin typeface="Calibri"/>
              </a:rPr>
              <a:t>Orange Pi 5 Pro + USB Camera + Supporting Peripherals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6291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Orange Pi 5 Pro (16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Runs Python, OpenCV, PyTorch, and all 3 AI models locally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USB camera (1080p)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Captures vehicle and license plate at the gate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5V 5A USB-C 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Powers Pi under full AI load (weak PSU causes shutdown)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HDMI monitor + keyboard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Setup, testing, and live preview on Pi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Wi-Fi (onboard)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Network connectivity for the edge device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LED / GPIO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Physical gate open/close indicator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Windows 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Record photos/videos; transfer files to Pi via SCP or USB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074920"/>
            <a:ext cx="112471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C5282"/>
                </a:solidFill>
                <a:latin typeface="Calibri"/>
              </a:rPr>
              <a:t>Design choice: All AI inference runs on Orange Pi (edge AI) — processing stays on device, not in cloud.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Hardware Connections &amp; Camera Setup</a:t>
            </a:r>
          </a:p>
          <a:p>
            <a:r>
              <a:rPr sz="1400" b="0">
                <a:solidFill>
                  <a:srgbClr val="4A5568"/>
                </a:solidFill>
                <a:latin typeface="Calibri"/>
              </a:rPr>
              <a:t>How components are wired and configured on the 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2471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Camera placement: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Live demo on Pi: USB camera → Orange Pi USB port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Record first, process later: USB camera → laptop → copy to Pi → batch run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Physical layout: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USB Camera → Orange Pi 5 Pro → HDMI → Monitor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Orange Pi ← 5V 5A USB-C PSU | optional GPIO → LED / gate relay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First-time Pi setup: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1. Copy orange_pi_deploy/ to Pi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2. Run setup_orangepi.sh (15–30 min)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3. python download_models.py (~207 MB)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4. python test_models.py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5. Enable NTP for correct timestamps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Preprocessing rule (one line):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Use --preprocess none for clear daylight; --preprocess auto detects weather and runs the matching filter; or force fog/rain/night with --preprocess fog, rain, or night.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Edge AI Processing on Orange Pi</a:t>
            </a:r>
          </a:p>
          <a:p>
            <a:r>
              <a:rPr sz="1400" b="0">
                <a:solidFill>
                  <a:srgbClr val="4A5568"/>
                </a:solidFill>
                <a:latin typeface="Calibri"/>
              </a:rPr>
              <a:t>Three models + weather-aware preprocessing before detection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YOLOv8n Plate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plate_best.pt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Find plate bounding box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YOLOv8n Character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char_best.pt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Read plate → ABC-1234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EfficientNet-B4 VMMR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efficientnet_b4_best.pth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245 vehicle classes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3317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00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to use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Filter applied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--preprocess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Clear / normal daylight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None (image unchanged)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--preprocess 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Unknown weather — Pi detects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Clear→none | Fog→defog | Rain→derain | Night→enhance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--preprocess fog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Foggy / hazy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Defog (Dark Channel Prior)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--preprocess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Rainy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Derain (vertical median + inpaint)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--preprocess 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Low-light / night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Night enhance (CLAHE + gamma)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892040"/>
            <a:ext cx="112471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Pipeline: Load image → weather preprocess → vehicle classify → plate detect → character OCR → annotated output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Speed on Pi CPU: ~700–1000 ms/image (plate 80–200 ms | OCR 30–100 ms | VMMR 200–800 ms)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Hardware Demo, Limits &amp; Troubleshooting</a:t>
            </a:r>
          </a:p>
          <a:p>
            <a:r>
              <a:rPr sz="1400" b="0">
                <a:solidFill>
                  <a:srgbClr val="4A5568"/>
                </a:solidFill>
                <a:latin typeface="Calibri"/>
              </a:rPr>
              <a:t>Local commands and operational constraints on 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2471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Local demo commands: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cd ~/orange_pi_deploy &amp;&amp; source venv/bin/activate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python run_webcam.py --camera 0 --preprocess none      # clear daylight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python run_webcam.py --camera 0 --preprocess auto      # auto-detect weather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python run_images.py recordings/fog/ --preprocess fog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python run_images.py recordings/rain/ --preprocess rain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python run_images.py recordings/night/ --preprocess night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Hardware limits: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~1 image/second on CPU (not 30 FPS)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AI works fully offline on Pi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Weak PSU causes shutdown — use 5V 5A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False Fog on clear photos → use --preprocess none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Fixes: 5V 5A PSU | try --camera 1 | enable NTP | fix Windows line endings ($'\r')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Future: GPIO relay board for physical gate motor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